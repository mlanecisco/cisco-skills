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only: we expect to miss the Q4 target. Do not share with the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enablement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of 20 partner staff have finished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sessions are scheduled for next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pricing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B: 32 percent discount floor.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Sample</dc:creator>
  <cp:keywords/>
  <dc:description>generated using python-pptx</dc:description>
  <cp:lastModifiedBy>Jordan Sample</cp:lastModifiedBy>
  <cp:revision>1</cp:revision>
  <dcterms:created xsi:type="dcterms:W3CDTF">2026-10-30T09:00:00Z</dcterms:created>
  <dcterms:modified xsi:type="dcterms:W3CDTF">2026-10-30T09:00:00Z</dcterms:modified>
  <cp:category/>
</cp:coreProperties>
</file>